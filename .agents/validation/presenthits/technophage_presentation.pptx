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TechnoPhage &amp; DTx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200400" y="374904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023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8D5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Biologics Discovery &amp; Closed-Loop AI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competing on brute-force compute — Big Pharma has more GPUs. We build an ultra-specialized biophysical closed-loop engine.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Evolutionary Stages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dataset validation using computational grants. Zero financial risk, demonstrable predictive capacity.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I: Proof of Value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I: Data &amp; Telemetry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Source: Public Datasets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Status: Validated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Risk: Zero Exposure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II: Industrialization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II: Multi-Objective Optimization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🎯 Affinity (Kd): &gt;80% optimal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Developability: &gt;80% acceptable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⚡ Synthesizability: Fast-track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III: Systemic Innovation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TechnoPhage Wins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Specialization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Ultra-focused on VHH &amp; Bacteriophages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Thesis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Creation Across Stages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Cost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Minimal Investment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288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Secure computational resources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Validate predictive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✓ Establish wet-lab partnership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(0-6 months)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63550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TechnoPhage &amp; DTx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200400" y="3749040"/>
            <a:ext cx="27432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2026-07-31T11:19:19Z</dcterms:created>
  <dcterms:modified xsi:type="dcterms:W3CDTF">2026-07-31T11:19:19Z</dcterms:modified>
</cp:coreProperties>
</file>